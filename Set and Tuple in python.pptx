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60" r:id="rId7"/>
    <p:sldId id="259" r:id="rId8"/>
    <p:sldId id="261" r:id="rId9"/>
    <p:sldId id="262" r:id="rId10"/>
    <p:sldId id="263" r:id="rId11"/>
    <p:sldId id="271" r:id="rId12"/>
    <p:sldId id="272" r:id="rId13"/>
    <p:sldId id="27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B6033-2C20-475A-9D82-E20C8043A0BC}" v="80" dt="2026-07-23T02:29:5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3" d="100"/>
          <a:sy n="103" d="100"/>
        </p:scale>
        <p:origin x="-2500" y="-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Nagaraj" userId="2daad326413ac04c" providerId="LiveId" clId="{198B0F59-BB80-4012-A2D9-9DC2FE5CEFD1}"/>
    <pc:docChg chg="undo custSel addSld delSld modSld">
      <pc:chgData name="Divya Nagaraj" userId="2daad326413ac04c" providerId="LiveId" clId="{198B0F59-BB80-4012-A2D9-9DC2FE5CEFD1}" dt="2026-07-23T02:29:54.831" v="1354"/>
      <pc:docMkLst>
        <pc:docMk/>
      </pc:docMkLst>
      <pc:sldChg chg="modSp mod">
        <pc:chgData name="Divya Nagaraj" userId="2daad326413ac04c" providerId="LiveId" clId="{198B0F59-BB80-4012-A2D9-9DC2FE5CEFD1}" dt="2026-07-23T00:21:53.708" v="6" actId="20577"/>
        <pc:sldMkLst>
          <pc:docMk/>
          <pc:sldMk cId="3433142136" sldId="257"/>
        </pc:sldMkLst>
        <pc:spChg chg="mod">
          <ac:chgData name="Divya Nagaraj" userId="2daad326413ac04c" providerId="LiveId" clId="{198B0F59-BB80-4012-A2D9-9DC2FE5CEFD1}" dt="2026-07-23T00:21:28.873" v="2" actId="14100"/>
          <ac:spMkLst>
            <pc:docMk/>
            <pc:sldMk cId="3433142136" sldId="257"/>
            <ac:spMk id="4" creationId="{68558291-30DD-301E-6818-26FA913CBED5}"/>
          </ac:spMkLst>
        </pc:spChg>
        <pc:spChg chg="mod">
          <ac:chgData name="Divya Nagaraj" userId="2daad326413ac04c" providerId="LiveId" clId="{198B0F59-BB80-4012-A2D9-9DC2FE5CEFD1}" dt="2026-07-23T00:21:53.708" v="6" actId="20577"/>
          <ac:spMkLst>
            <pc:docMk/>
            <pc:sldMk cId="3433142136" sldId="257"/>
            <ac:spMk id="5" creationId="{30FC523B-B4DB-AED3-E7B7-F981B7AF6E1C}"/>
          </ac:spMkLst>
        </pc:spChg>
      </pc:sldChg>
      <pc:sldChg chg="modSp mod">
        <pc:chgData name="Divya Nagaraj" userId="2daad326413ac04c" providerId="LiveId" clId="{198B0F59-BB80-4012-A2D9-9DC2FE5CEFD1}" dt="2026-07-23T00:23:06.421" v="17" actId="20577"/>
        <pc:sldMkLst>
          <pc:docMk/>
          <pc:sldMk cId="638887350" sldId="258"/>
        </pc:sldMkLst>
        <pc:spChg chg="mod">
          <ac:chgData name="Divya Nagaraj" userId="2daad326413ac04c" providerId="LiveId" clId="{198B0F59-BB80-4012-A2D9-9DC2FE5CEFD1}" dt="2026-07-23T00:23:06.421" v="17" actId="20577"/>
          <ac:spMkLst>
            <pc:docMk/>
            <pc:sldMk cId="638887350" sldId="258"/>
            <ac:spMk id="2" creationId="{69B9CFC2-E003-298D-B7E3-BB372C769F2F}"/>
          </ac:spMkLst>
        </pc:spChg>
      </pc:sldChg>
      <pc:sldChg chg="delSp modSp new mod">
        <pc:chgData name="Divya Nagaraj" userId="2daad326413ac04c" providerId="LiveId" clId="{198B0F59-BB80-4012-A2D9-9DC2FE5CEFD1}" dt="2026-07-23T00:34:39.667" v="225"/>
        <pc:sldMkLst>
          <pc:docMk/>
          <pc:sldMk cId="3945402968" sldId="261"/>
        </pc:sldMkLst>
        <pc:spChg chg="del">
          <ac:chgData name="Divya Nagaraj" userId="2daad326413ac04c" providerId="LiveId" clId="{198B0F59-BB80-4012-A2D9-9DC2FE5CEFD1}" dt="2026-07-23T00:25:23.927" v="18" actId="478"/>
          <ac:spMkLst>
            <pc:docMk/>
            <pc:sldMk cId="3945402968" sldId="261"/>
            <ac:spMk id="2" creationId="{4CF631F6-A147-9B4B-F59D-FE0403359283}"/>
          </ac:spMkLst>
        </pc:spChg>
        <pc:spChg chg="mod">
          <ac:chgData name="Divya Nagaraj" userId="2daad326413ac04c" providerId="LiveId" clId="{198B0F59-BB80-4012-A2D9-9DC2FE5CEFD1}" dt="2026-07-23T00:34:39.667" v="225"/>
          <ac:spMkLst>
            <pc:docMk/>
            <pc:sldMk cId="3945402968" sldId="261"/>
            <ac:spMk id="3" creationId="{53866EB4-67E0-7E80-7982-8A81BF2078FA}"/>
          </ac:spMkLst>
        </pc:spChg>
      </pc:sldChg>
      <pc:sldChg chg="new del">
        <pc:chgData name="Divya Nagaraj" userId="2daad326413ac04c" providerId="LiveId" clId="{198B0F59-BB80-4012-A2D9-9DC2FE5CEFD1}" dt="2026-07-23T00:35:06.158" v="227" actId="47"/>
        <pc:sldMkLst>
          <pc:docMk/>
          <pc:sldMk cId="1831551184" sldId="262"/>
        </pc:sldMkLst>
      </pc:sldChg>
      <pc:sldChg chg="delSp modSp new mod">
        <pc:chgData name="Divya Nagaraj" userId="2daad326413ac04c" providerId="LiveId" clId="{198B0F59-BB80-4012-A2D9-9DC2FE5CEFD1}" dt="2026-07-23T00:57:09.908" v="346" actId="14100"/>
        <pc:sldMkLst>
          <pc:docMk/>
          <pc:sldMk cId="2042907261" sldId="262"/>
        </pc:sldMkLst>
        <pc:spChg chg="del">
          <ac:chgData name="Divya Nagaraj" userId="2daad326413ac04c" providerId="LiveId" clId="{198B0F59-BB80-4012-A2D9-9DC2FE5CEFD1}" dt="2026-07-23T00:35:30.828" v="229" actId="478"/>
          <ac:spMkLst>
            <pc:docMk/>
            <pc:sldMk cId="2042907261" sldId="262"/>
            <ac:spMk id="2" creationId="{AEA2261F-A39A-6DE0-2B59-9700BE3558EA}"/>
          </ac:spMkLst>
        </pc:spChg>
        <pc:spChg chg="mod">
          <ac:chgData name="Divya Nagaraj" userId="2daad326413ac04c" providerId="LiveId" clId="{198B0F59-BB80-4012-A2D9-9DC2FE5CEFD1}" dt="2026-07-23T00:57:09.908" v="346" actId="14100"/>
          <ac:spMkLst>
            <pc:docMk/>
            <pc:sldMk cId="2042907261" sldId="262"/>
            <ac:spMk id="3" creationId="{AA7E4F58-9FF2-29E9-9D99-1093216785DF}"/>
          </ac:spMkLst>
        </pc:spChg>
      </pc:sldChg>
      <pc:sldChg chg="delSp modSp new del mod">
        <pc:chgData name="Divya Nagaraj" userId="2daad326413ac04c" providerId="LiveId" clId="{198B0F59-BB80-4012-A2D9-9DC2FE5CEFD1}" dt="2026-07-23T00:58:17.898" v="351" actId="47"/>
        <pc:sldMkLst>
          <pc:docMk/>
          <pc:sldMk cId="1407702475" sldId="263"/>
        </pc:sldMkLst>
        <pc:spChg chg="del">
          <ac:chgData name="Divya Nagaraj" userId="2daad326413ac04c" providerId="LiveId" clId="{198B0F59-BB80-4012-A2D9-9DC2FE5CEFD1}" dt="2026-07-23T00:58:02.400" v="348" actId="478"/>
          <ac:spMkLst>
            <pc:docMk/>
            <pc:sldMk cId="1407702475" sldId="263"/>
            <ac:spMk id="2" creationId="{940EB998-C4AB-F058-51D3-3546A0A50F77}"/>
          </ac:spMkLst>
        </pc:spChg>
        <pc:spChg chg="mod">
          <ac:chgData name="Divya Nagaraj" userId="2daad326413ac04c" providerId="LiveId" clId="{198B0F59-BB80-4012-A2D9-9DC2FE5CEFD1}" dt="2026-07-23T00:58:10.003" v="350"/>
          <ac:spMkLst>
            <pc:docMk/>
            <pc:sldMk cId="1407702475" sldId="263"/>
            <ac:spMk id="3" creationId="{FBD2F859-E021-9654-717A-09D870C20905}"/>
          </ac:spMkLst>
        </pc:spChg>
      </pc:sldChg>
      <pc:sldChg chg="delSp modSp new mod">
        <pc:chgData name="Divya Nagaraj" userId="2daad326413ac04c" providerId="LiveId" clId="{198B0F59-BB80-4012-A2D9-9DC2FE5CEFD1}" dt="2026-07-23T01:02:05.022" v="404"/>
        <pc:sldMkLst>
          <pc:docMk/>
          <pc:sldMk cId="2249961638" sldId="263"/>
        </pc:sldMkLst>
        <pc:spChg chg="del">
          <ac:chgData name="Divya Nagaraj" userId="2daad326413ac04c" providerId="LiveId" clId="{198B0F59-BB80-4012-A2D9-9DC2FE5CEFD1}" dt="2026-07-23T00:58:40.156" v="353" actId="478"/>
          <ac:spMkLst>
            <pc:docMk/>
            <pc:sldMk cId="2249961638" sldId="263"/>
            <ac:spMk id="2" creationId="{2A1F85B2-65A7-3ECA-7684-58B6B9FA4623}"/>
          </ac:spMkLst>
        </pc:spChg>
        <pc:spChg chg="mod">
          <ac:chgData name="Divya Nagaraj" userId="2daad326413ac04c" providerId="LiveId" clId="{198B0F59-BB80-4012-A2D9-9DC2FE5CEFD1}" dt="2026-07-23T01:02:05.022" v="404"/>
          <ac:spMkLst>
            <pc:docMk/>
            <pc:sldMk cId="2249961638" sldId="263"/>
            <ac:spMk id="3" creationId="{5E62AD60-2CE9-5AEF-E956-43C4CF279CE4}"/>
          </ac:spMkLst>
        </pc:spChg>
      </pc:sldChg>
      <pc:sldChg chg="modSp new mod">
        <pc:chgData name="Divya Nagaraj" userId="2daad326413ac04c" providerId="LiveId" clId="{198B0F59-BB80-4012-A2D9-9DC2FE5CEFD1}" dt="2026-07-23T01:04:31.104" v="439" actId="20577"/>
        <pc:sldMkLst>
          <pc:docMk/>
          <pc:sldMk cId="264334592" sldId="264"/>
        </pc:sldMkLst>
        <pc:spChg chg="mod">
          <ac:chgData name="Divya Nagaraj" userId="2daad326413ac04c" providerId="LiveId" clId="{198B0F59-BB80-4012-A2D9-9DC2FE5CEFD1}" dt="2026-07-23T01:04:00.783" v="419" actId="20577"/>
          <ac:spMkLst>
            <pc:docMk/>
            <pc:sldMk cId="264334592" sldId="264"/>
            <ac:spMk id="2" creationId="{93F5DCCA-090C-CD73-E913-DC19DD6874FB}"/>
          </ac:spMkLst>
        </pc:spChg>
        <pc:spChg chg="mod">
          <ac:chgData name="Divya Nagaraj" userId="2daad326413ac04c" providerId="LiveId" clId="{198B0F59-BB80-4012-A2D9-9DC2FE5CEFD1}" dt="2026-07-23T01:04:31.104" v="439" actId="20577"/>
          <ac:spMkLst>
            <pc:docMk/>
            <pc:sldMk cId="264334592" sldId="264"/>
            <ac:spMk id="3" creationId="{4C8C635B-EFF5-8750-790C-4B9093F776B0}"/>
          </ac:spMkLst>
        </pc:spChg>
      </pc:sldChg>
      <pc:sldChg chg="modSp new mod">
        <pc:chgData name="Divya Nagaraj" userId="2daad326413ac04c" providerId="LiveId" clId="{198B0F59-BB80-4012-A2D9-9DC2FE5CEFD1}" dt="2026-07-23T01:06:14.922" v="511"/>
        <pc:sldMkLst>
          <pc:docMk/>
          <pc:sldMk cId="3993443207" sldId="265"/>
        </pc:sldMkLst>
        <pc:spChg chg="mod">
          <ac:chgData name="Divya Nagaraj" userId="2daad326413ac04c" providerId="LiveId" clId="{198B0F59-BB80-4012-A2D9-9DC2FE5CEFD1}" dt="2026-07-23T01:04:55.204" v="457" actId="20577"/>
          <ac:spMkLst>
            <pc:docMk/>
            <pc:sldMk cId="3993443207" sldId="265"/>
            <ac:spMk id="2" creationId="{E552099A-9BBB-5767-6325-13B8D94E8909}"/>
          </ac:spMkLst>
        </pc:spChg>
        <pc:spChg chg="mod">
          <ac:chgData name="Divya Nagaraj" userId="2daad326413ac04c" providerId="LiveId" clId="{198B0F59-BB80-4012-A2D9-9DC2FE5CEFD1}" dt="2026-07-23T01:06:14.922" v="511"/>
          <ac:spMkLst>
            <pc:docMk/>
            <pc:sldMk cId="3993443207" sldId="265"/>
            <ac:spMk id="3" creationId="{5BBDEC6B-0C9A-354C-116B-F6C83C2270DF}"/>
          </ac:spMkLst>
        </pc:spChg>
      </pc:sldChg>
      <pc:sldChg chg="modSp new mod">
        <pc:chgData name="Divya Nagaraj" userId="2daad326413ac04c" providerId="LiveId" clId="{198B0F59-BB80-4012-A2D9-9DC2FE5CEFD1}" dt="2026-07-23T01:12:09.689" v="723"/>
        <pc:sldMkLst>
          <pc:docMk/>
          <pc:sldMk cId="3205061993" sldId="266"/>
        </pc:sldMkLst>
        <pc:spChg chg="mod">
          <ac:chgData name="Divya Nagaraj" userId="2daad326413ac04c" providerId="LiveId" clId="{198B0F59-BB80-4012-A2D9-9DC2FE5CEFD1}" dt="2026-07-23T01:07:22.975" v="527" actId="20577"/>
          <ac:spMkLst>
            <pc:docMk/>
            <pc:sldMk cId="3205061993" sldId="266"/>
            <ac:spMk id="2" creationId="{FE84F62F-4970-40DB-1C58-534AF6636029}"/>
          </ac:spMkLst>
        </pc:spChg>
        <pc:spChg chg="mod">
          <ac:chgData name="Divya Nagaraj" userId="2daad326413ac04c" providerId="LiveId" clId="{198B0F59-BB80-4012-A2D9-9DC2FE5CEFD1}" dt="2026-07-23T01:12:09.689" v="723"/>
          <ac:spMkLst>
            <pc:docMk/>
            <pc:sldMk cId="3205061993" sldId="266"/>
            <ac:spMk id="3" creationId="{DC33700E-606A-47BA-F6AA-0A3E020B196C}"/>
          </ac:spMkLst>
        </pc:spChg>
      </pc:sldChg>
      <pc:sldChg chg="delSp modSp new mod">
        <pc:chgData name="Divya Nagaraj" userId="2daad326413ac04c" providerId="LiveId" clId="{198B0F59-BB80-4012-A2D9-9DC2FE5CEFD1}" dt="2026-07-23T01:48:59.132" v="1077"/>
        <pc:sldMkLst>
          <pc:docMk/>
          <pc:sldMk cId="730396549" sldId="267"/>
        </pc:sldMkLst>
        <pc:spChg chg="del">
          <ac:chgData name="Divya Nagaraj" userId="2daad326413ac04c" providerId="LiveId" clId="{198B0F59-BB80-4012-A2D9-9DC2FE5CEFD1}" dt="2026-07-23T01:13:11.840" v="725" actId="478"/>
          <ac:spMkLst>
            <pc:docMk/>
            <pc:sldMk cId="730396549" sldId="267"/>
            <ac:spMk id="2" creationId="{4D7CA9C1-66C8-F114-D594-3642A4403685}"/>
          </ac:spMkLst>
        </pc:spChg>
        <pc:spChg chg="mod">
          <ac:chgData name="Divya Nagaraj" userId="2daad326413ac04c" providerId="LiveId" clId="{198B0F59-BB80-4012-A2D9-9DC2FE5CEFD1}" dt="2026-07-23T01:48:59.132" v="1077"/>
          <ac:spMkLst>
            <pc:docMk/>
            <pc:sldMk cId="730396549" sldId="267"/>
            <ac:spMk id="3" creationId="{7E9B6E1F-1F6A-35D8-CA68-4CE8503E9E2B}"/>
          </ac:spMkLst>
        </pc:spChg>
      </pc:sldChg>
      <pc:sldChg chg="addSp delSp modSp new mod">
        <pc:chgData name="Divya Nagaraj" userId="2daad326413ac04c" providerId="LiveId" clId="{198B0F59-BB80-4012-A2D9-9DC2FE5CEFD1}" dt="2026-07-23T01:17:03.704" v="752" actId="13926"/>
        <pc:sldMkLst>
          <pc:docMk/>
          <pc:sldMk cId="3288755347" sldId="268"/>
        </pc:sldMkLst>
        <pc:spChg chg="del">
          <ac:chgData name="Divya Nagaraj" userId="2daad326413ac04c" providerId="LiveId" clId="{198B0F59-BB80-4012-A2D9-9DC2FE5CEFD1}" dt="2026-07-23T01:14:53.307" v="736" actId="478"/>
          <ac:spMkLst>
            <pc:docMk/>
            <pc:sldMk cId="3288755347" sldId="268"/>
            <ac:spMk id="2" creationId="{36642530-61EA-5C06-362E-B4BFDDF1E8EB}"/>
          </ac:spMkLst>
        </pc:spChg>
        <pc:spChg chg="del">
          <ac:chgData name="Divya Nagaraj" userId="2daad326413ac04c" providerId="LiveId" clId="{198B0F59-BB80-4012-A2D9-9DC2FE5CEFD1}" dt="2026-07-23T01:14:36.354" v="735"/>
          <ac:spMkLst>
            <pc:docMk/>
            <pc:sldMk cId="3288755347" sldId="268"/>
            <ac:spMk id="3" creationId="{90F71F50-92FE-E64E-4A0F-B728D339F36B}"/>
          </ac:spMkLst>
        </pc:spChg>
        <pc:spChg chg="add mod">
          <ac:chgData name="Divya Nagaraj" userId="2daad326413ac04c" providerId="LiveId" clId="{198B0F59-BB80-4012-A2D9-9DC2FE5CEFD1}" dt="2026-07-23T01:16:51.370" v="751"/>
          <ac:spMkLst>
            <pc:docMk/>
            <pc:sldMk cId="3288755347" sldId="268"/>
            <ac:spMk id="6" creationId="{67494148-7927-8AA5-5C17-F06BE3BE1323}"/>
          </ac:spMkLst>
        </pc:spChg>
        <pc:graphicFrameChg chg="add mod modGraphic">
          <ac:chgData name="Divya Nagaraj" userId="2daad326413ac04c" providerId="LiveId" clId="{198B0F59-BB80-4012-A2D9-9DC2FE5CEFD1}" dt="2026-07-23T01:17:03.704" v="752" actId="13926"/>
          <ac:graphicFrameMkLst>
            <pc:docMk/>
            <pc:sldMk cId="3288755347" sldId="268"/>
            <ac:graphicFrameMk id="4" creationId="{CB0F6A5B-8A50-0A79-BDE2-9FF54851D0EF}"/>
          </ac:graphicFrameMkLst>
        </pc:graphicFrameChg>
        <pc:graphicFrameChg chg="add del">
          <ac:chgData name="Divya Nagaraj" userId="2daad326413ac04c" providerId="LiveId" clId="{198B0F59-BB80-4012-A2D9-9DC2FE5CEFD1}" dt="2026-07-23T01:15:05.913" v="738" actId="3680"/>
          <ac:graphicFrameMkLst>
            <pc:docMk/>
            <pc:sldMk cId="3288755347" sldId="268"/>
            <ac:graphicFrameMk id="5" creationId="{A5204341-FE2E-8113-0A45-A3A33C69B1CB}"/>
          </ac:graphicFrameMkLst>
        </pc:graphicFrameChg>
      </pc:sldChg>
      <pc:sldChg chg="delSp modSp new mod">
        <pc:chgData name="Divya Nagaraj" userId="2daad326413ac04c" providerId="LiveId" clId="{198B0F59-BB80-4012-A2D9-9DC2FE5CEFD1}" dt="2026-07-23T02:04:36.011" v="1104" actId="20577"/>
        <pc:sldMkLst>
          <pc:docMk/>
          <pc:sldMk cId="1395129579" sldId="269"/>
        </pc:sldMkLst>
        <pc:spChg chg="del">
          <ac:chgData name="Divya Nagaraj" userId="2daad326413ac04c" providerId="LiveId" clId="{198B0F59-BB80-4012-A2D9-9DC2FE5CEFD1}" dt="2026-07-23T01:19:13.772" v="770" actId="478"/>
          <ac:spMkLst>
            <pc:docMk/>
            <pc:sldMk cId="1395129579" sldId="269"/>
            <ac:spMk id="2" creationId="{256CBB52-877E-084F-B790-570DD21BF850}"/>
          </ac:spMkLst>
        </pc:spChg>
        <pc:spChg chg="mod">
          <ac:chgData name="Divya Nagaraj" userId="2daad326413ac04c" providerId="LiveId" clId="{198B0F59-BB80-4012-A2D9-9DC2FE5CEFD1}" dt="2026-07-23T02:04:36.011" v="1104" actId="20577"/>
          <ac:spMkLst>
            <pc:docMk/>
            <pc:sldMk cId="1395129579" sldId="269"/>
            <ac:spMk id="3" creationId="{F9E75AA1-9136-C743-9889-5FB6A0F5EAFF}"/>
          </ac:spMkLst>
        </pc:spChg>
      </pc:sldChg>
      <pc:sldChg chg="modSp new mod">
        <pc:chgData name="Divya Nagaraj" userId="2daad326413ac04c" providerId="LiveId" clId="{198B0F59-BB80-4012-A2D9-9DC2FE5CEFD1}" dt="2026-07-23T02:07:22.574" v="1126" actId="20577"/>
        <pc:sldMkLst>
          <pc:docMk/>
          <pc:sldMk cId="2678820789" sldId="270"/>
        </pc:sldMkLst>
        <pc:spChg chg="mod">
          <ac:chgData name="Divya Nagaraj" userId="2daad326413ac04c" providerId="LiveId" clId="{198B0F59-BB80-4012-A2D9-9DC2FE5CEFD1}" dt="2026-07-23T01:23:47.965" v="904"/>
          <ac:spMkLst>
            <pc:docMk/>
            <pc:sldMk cId="2678820789" sldId="270"/>
            <ac:spMk id="2" creationId="{56904A97-919E-6747-6FBD-C6C182B39D26}"/>
          </ac:spMkLst>
        </pc:spChg>
        <pc:spChg chg="mod">
          <ac:chgData name="Divya Nagaraj" userId="2daad326413ac04c" providerId="LiveId" clId="{198B0F59-BB80-4012-A2D9-9DC2FE5CEFD1}" dt="2026-07-23T02:07:22.574" v="1126" actId="20577"/>
          <ac:spMkLst>
            <pc:docMk/>
            <pc:sldMk cId="2678820789" sldId="270"/>
            <ac:spMk id="3" creationId="{66957450-3165-63E7-3531-3CFD9574BB51}"/>
          </ac:spMkLst>
        </pc:spChg>
      </pc:sldChg>
      <pc:sldChg chg="modSp new mod">
        <pc:chgData name="Divya Nagaraj" userId="2daad326413ac04c" providerId="LiveId" clId="{198B0F59-BB80-4012-A2D9-9DC2FE5CEFD1}" dt="2026-07-23T02:12:25.604" v="1217" actId="5793"/>
        <pc:sldMkLst>
          <pc:docMk/>
          <pc:sldMk cId="221193737" sldId="271"/>
        </pc:sldMkLst>
        <pc:spChg chg="mod">
          <ac:chgData name="Divya Nagaraj" userId="2daad326413ac04c" providerId="LiveId" clId="{198B0F59-BB80-4012-A2D9-9DC2FE5CEFD1}" dt="2026-07-23T02:08:43.836" v="1156" actId="20577"/>
          <ac:spMkLst>
            <pc:docMk/>
            <pc:sldMk cId="221193737" sldId="271"/>
            <ac:spMk id="2" creationId="{B3623128-4265-0A57-20DE-E5D5EA90B86C}"/>
          </ac:spMkLst>
        </pc:spChg>
        <pc:spChg chg="mod">
          <ac:chgData name="Divya Nagaraj" userId="2daad326413ac04c" providerId="LiveId" clId="{198B0F59-BB80-4012-A2D9-9DC2FE5CEFD1}" dt="2026-07-23T02:12:25.604" v="1217" actId="5793"/>
          <ac:spMkLst>
            <pc:docMk/>
            <pc:sldMk cId="221193737" sldId="271"/>
            <ac:spMk id="3" creationId="{C7875320-B26D-EE02-E2D1-AD9AB6F4B7D0}"/>
          </ac:spMkLst>
        </pc:spChg>
      </pc:sldChg>
      <pc:sldChg chg="modSp new mod">
        <pc:chgData name="Divya Nagaraj" userId="2daad326413ac04c" providerId="LiveId" clId="{198B0F59-BB80-4012-A2D9-9DC2FE5CEFD1}" dt="2026-07-23T02:27:38.437" v="1333" actId="5793"/>
        <pc:sldMkLst>
          <pc:docMk/>
          <pc:sldMk cId="343165255" sldId="272"/>
        </pc:sldMkLst>
        <pc:spChg chg="mod">
          <ac:chgData name="Divya Nagaraj" userId="2daad326413ac04c" providerId="LiveId" clId="{198B0F59-BB80-4012-A2D9-9DC2FE5CEFD1}" dt="2026-07-23T02:19:51.454" v="1235" actId="27636"/>
          <ac:spMkLst>
            <pc:docMk/>
            <pc:sldMk cId="343165255" sldId="272"/>
            <ac:spMk id="2" creationId="{69216180-54D3-40E2-5B3D-EC48DAE439A8}"/>
          </ac:spMkLst>
        </pc:spChg>
        <pc:spChg chg="mod">
          <ac:chgData name="Divya Nagaraj" userId="2daad326413ac04c" providerId="LiveId" clId="{198B0F59-BB80-4012-A2D9-9DC2FE5CEFD1}" dt="2026-07-23T02:27:38.437" v="1333" actId="5793"/>
          <ac:spMkLst>
            <pc:docMk/>
            <pc:sldMk cId="343165255" sldId="272"/>
            <ac:spMk id="3" creationId="{41243372-CB7C-7FFD-9521-5A52FAADD116}"/>
          </ac:spMkLst>
        </pc:spChg>
      </pc:sldChg>
      <pc:sldChg chg="delSp modSp new mod">
        <pc:chgData name="Divya Nagaraj" userId="2daad326413ac04c" providerId="LiveId" clId="{198B0F59-BB80-4012-A2D9-9DC2FE5CEFD1}" dt="2026-07-23T02:29:54.831" v="1354"/>
        <pc:sldMkLst>
          <pc:docMk/>
          <pc:sldMk cId="1762451240" sldId="273"/>
        </pc:sldMkLst>
        <pc:spChg chg="del mod">
          <ac:chgData name="Divya Nagaraj" userId="2daad326413ac04c" providerId="LiveId" clId="{198B0F59-BB80-4012-A2D9-9DC2FE5CEFD1}" dt="2026-07-23T02:28:37.396" v="1337" actId="478"/>
          <ac:spMkLst>
            <pc:docMk/>
            <pc:sldMk cId="1762451240" sldId="273"/>
            <ac:spMk id="2" creationId="{CE7CACD7-EE1D-E2C1-E94A-6F3DA5522A5B}"/>
          </ac:spMkLst>
        </pc:spChg>
        <pc:spChg chg="mod">
          <ac:chgData name="Divya Nagaraj" userId="2daad326413ac04c" providerId="LiveId" clId="{198B0F59-BB80-4012-A2D9-9DC2FE5CEFD1}" dt="2026-07-23T02:29:54.831" v="1354"/>
          <ac:spMkLst>
            <pc:docMk/>
            <pc:sldMk cId="1762451240" sldId="273"/>
            <ac:spMk id="3" creationId="{D39E8A62-5D4A-342D-2019-DEB4FF7149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1981200"/>
            <a:ext cx="7740005" cy="2921253"/>
          </a:xfrm>
        </p:spPr>
        <p:txBody>
          <a:bodyPr/>
          <a:lstStyle/>
          <a:p>
            <a:r>
              <a:rPr lang="en-US" dirty="0"/>
              <a:t>Understanding Python Data Types: Set &amp; Tuple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r>
              <a:rPr lang="en-US" dirty="0"/>
              <a:t>Beginner-friendly explanation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By: Divya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 dirty="0"/>
              <a:t>Explore set and tuple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D01058-44ED-D48B-4B17-C6F1A23E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/>
          <a:p>
            <a:fld id="{A1E13346-F7F5-4C44-B104-DE14B3DCFECA}" type="datetime1">
              <a:rPr lang="en-US" smtClean="0"/>
              <a:pPr/>
              <a:t>7/22/2026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CFC2-E003-298D-B7E3-BB372C76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59"/>
            <a:ext cx="7943891" cy="436360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Understanding Sets in Python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a set?</a:t>
            </a:r>
            <a:br>
              <a:rPr lang="en-US" dirty="0"/>
            </a:br>
            <a:r>
              <a:rPr lang="en-US" sz="4400" b="0" dirty="0"/>
              <a:t>A set in Python is a collection of unique, unordered items. Sets are used when we need unique values and fast lookup,</a:t>
            </a:r>
            <a:r>
              <a:rPr lang="en-US" sz="4400" dirty="0"/>
              <a:t> </a:t>
            </a:r>
            <a:r>
              <a:rPr lang="en-US" sz="4400" b="0" dirty="0"/>
              <a:t>Sets do not allow duplicates.</a:t>
            </a:r>
            <a:br>
              <a:rPr lang="en-US" sz="4400" b="0" dirty="0"/>
            </a:br>
            <a:br>
              <a:rPr lang="en-US" sz="4400" b="0" dirty="0"/>
            </a:br>
            <a:r>
              <a:rPr lang="en-US" sz="4400" b="0" dirty="0"/>
              <a:t>Think of it like a basket where we throw fruits, but the basket never allows duplicates and is not in order.</a:t>
            </a:r>
            <a:br>
              <a:rPr lang="en-US" sz="4400" b="0" dirty="0"/>
            </a:br>
            <a:br>
              <a:rPr lang="en-US" sz="4400" b="0" dirty="0"/>
            </a:br>
            <a:br>
              <a:rPr lang="en-US" sz="4400" b="0" dirty="0"/>
            </a:br>
            <a:r>
              <a:rPr lang="en-US" sz="4400" b="0" dirty="0"/>
              <a:t> Example : fruits = {"apple", "banana", "orange"}</a:t>
            </a:r>
            <a:br>
              <a:rPr lang="en-US" sz="4400" b="0" dirty="0"/>
            </a:b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38887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9940-75A9-2808-8EDF-71D6945E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1" y="123568"/>
            <a:ext cx="8884507" cy="632048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Key Properties of a Set with examples:</a:t>
            </a:r>
            <a:br>
              <a:rPr lang="en-US" sz="4000" dirty="0"/>
            </a:br>
            <a:br>
              <a:rPr lang="en-US" sz="4000" dirty="0"/>
            </a:br>
            <a:r>
              <a:rPr lang="en-US" sz="3200" b="0" dirty="0"/>
              <a:t>1. </a:t>
            </a:r>
            <a:r>
              <a:rPr lang="en-US" sz="3600" b="0" dirty="0"/>
              <a:t>A set is one of Python’s built-in data types</a:t>
            </a:r>
            <a:br>
              <a:rPr lang="en-US" sz="3600" b="0" dirty="0"/>
            </a:br>
            <a:br>
              <a:rPr lang="en-US" sz="3600" b="0" dirty="0"/>
            </a:br>
            <a:br>
              <a:rPr lang="en-US" sz="3600" b="0" dirty="0"/>
            </a:br>
            <a:r>
              <a:rPr lang="en-US" sz="3600" b="0" dirty="0"/>
              <a:t>2. Written using curly braces {} or set()</a:t>
            </a:r>
            <a:br>
              <a:rPr lang="en-US" sz="3600" b="0" dirty="0"/>
            </a:br>
            <a:br>
              <a:rPr lang="en-US" sz="3600" b="0" dirty="0"/>
            </a:br>
            <a:br>
              <a:rPr lang="en-US" sz="3200" b="0" dirty="0"/>
            </a:br>
            <a:r>
              <a:rPr lang="en-US" sz="3200" b="0" dirty="0"/>
              <a:t>3. </a:t>
            </a:r>
            <a:r>
              <a:rPr lang="en-US" sz="3200" dirty="0"/>
              <a:t>Unique items only</a:t>
            </a:r>
            <a:r>
              <a:rPr lang="en-US" sz="3200" b="0" dirty="0"/>
              <a:t>-removes duplicate</a:t>
            </a:r>
            <a:br>
              <a:rPr lang="en-US" sz="3200" b="0" dirty="0"/>
            </a:br>
            <a:r>
              <a:rPr lang="en-US" sz="3200" b="0" dirty="0" err="1"/>
              <a:t>eg</a:t>
            </a:r>
            <a:r>
              <a:rPr lang="en-US" sz="3200" b="0" dirty="0"/>
              <a:t>: </a:t>
            </a:r>
            <a:r>
              <a:rPr lang="en-US" sz="3200" b="0" dirty="0" err="1"/>
              <a:t>nums</a:t>
            </a:r>
            <a:r>
              <a:rPr lang="en-US" sz="3200" b="0" dirty="0"/>
              <a:t> = {1, 2, 2, 3}</a:t>
            </a:r>
            <a:br>
              <a:rPr lang="en-US" sz="3200" b="0" dirty="0"/>
            </a:br>
            <a:r>
              <a:rPr lang="en-US" sz="3200" b="0" dirty="0"/>
              <a:t>     print(</a:t>
            </a:r>
            <a:r>
              <a:rPr lang="en-US" sz="3200" b="0" dirty="0" err="1"/>
              <a:t>nums</a:t>
            </a:r>
            <a:r>
              <a:rPr lang="en-US" sz="3200" b="0" dirty="0"/>
              <a:t>)</a:t>
            </a:r>
            <a:br>
              <a:rPr lang="en-US" sz="3200" b="0" dirty="0"/>
            </a:br>
            <a:r>
              <a:rPr lang="en-US" sz="3200" b="0" dirty="0"/>
              <a:t>output</a:t>
            </a:r>
            <a:r>
              <a:rPr lang="en-US" sz="3600" b="0" dirty="0"/>
              <a:t>: {1, 2, 3}</a:t>
            </a:r>
            <a:br>
              <a:rPr lang="en-US" sz="3600" b="0" dirty="0"/>
            </a:br>
            <a:br>
              <a:rPr lang="en-US" sz="3600" b="0" dirty="0"/>
            </a:br>
            <a:r>
              <a:rPr lang="en-US" sz="3600" b="0" dirty="0"/>
              <a:t>4.</a:t>
            </a:r>
            <a:r>
              <a:rPr lang="en-US" dirty="0"/>
              <a:t> </a:t>
            </a:r>
            <a:r>
              <a:rPr lang="en-US" sz="3600" dirty="0"/>
              <a:t>Unordered collection – </a:t>
            </a:r>
            <a:r>
              <a:rPr lang="en-US" sz="3600" b="0" dirty="0"/>
              <a:t>don’t have fixed index position</a:t>
            </a:r>
            <a:br>
              <a:rPr lang="en-US" sz="3600" b="0" dirty="0"/>
            </a:br>
            <a:r>
              <a:rPr lang="en-US" sz="3600" b="0" dirty="0" err="1"/>
              <a:t>eg</a:t>
            </a:r>
            <a:r>
              <a:rPr lang="en-US" sz="3600" b="0" dirty="0"/>
              <a:t>: fruits={“apple”, “banana”, “cherry”}</a:t>
            </a:r>
            <a:br>
              <a:rPr lang="en-US" sz="3600" b="0" dirty="0"/>
            </a:br>
            <a:r>
              <a:rPr lang="en-US" sz="3600" b="0" dirty="0"/>
              <a:t>print (fruits[0]) </a:t>
            </a:r>
            <a:br>
              <a:rPr lang="en-US" sz="3600" b="0" dirty="0"/>
            </a:br>
            <a:r>
              <a:rPr lang="en-US" sz="3600" b="0" dirty="0"/>
              <a:t>output : </a:t>
            </a:r>
            <a:r>
              <a:rPr lang="en-US" sz="3600" b="0" dirty="0" err="1"/>
              <a:t>TypeError</a:t>
            </a:r>
            <a:r>
              <a:rPr lang="en-US" sz="3600" b="0" dirty="0"/>
              <a:t>: 'set' object is not </a:t>
            </a:r>
            <a:r>
              <a:rPr lang="en-US" sz="3600" b="0" dirty="0" err="1"/>
              <a:t>subscriptable</a:t>
            </a:r>
            <a:br>
              <a:rPr lang="en-US" sz="3600" b="0" dirty="0"/>
            </a:br>
            <a:br>
              <a:rPr lang="en-US" sz="3600" b="0" dirty="0"/>
            </a:br>
            <a:r>
              <a:rPr lang="en-US" sz="3600" b="0" dirty="0"/>
              <a:t>unlike list set won’t remember the order</a:t>
            </a:r>
            <a:br>
              <a:rPr lang="en-US" sz="3600" b="0" dirty="0"/>
            </a:br>
            <a:r>
              <a:rPr lang="en-US" sz="3600" b="0" dirty="0" err="1"/>
              <a:t>eg</a:t>
            </a:r>
            <a:r>
              <a:rPr lang="en-US" sz="3600" b="0" dirty="0"/>
              <a:t>: num={3,2,4,1}</a:t>
            </a:r>
            <a:br>
              <a:rPr lang="en-US" sz="3600" b="0" dirty="0"/>
            </a:br>
            <a:r>
              <a:rPr lang="en-US" sz="3600" b="0" dirty="0"/>
              <a:t>print(num)</a:t>
            </a:r>
            <a:br>
              <a:rPr lang="en-US" sz="3600" b="0" dirty="0"/>
            </a:br>
            <a:r>
              <a:rPr lang="en-US" sz="3600" b="0" dirty="0"/>
              <a:t>output :{1,2,3,4} or any other order</a:t>
            </a:r>
            <a:br>
              <a:rPr lang="en-US" sz="3600" b="0" dirty="0"/>
            </a:br>
            <a:br>
              <a:rPr lang="en-US" sz="3600" b="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3200" b="0" dirty="0"/>
            </a:br>
            <a:br>
              <a:rPr lang="en-US" sz="3200" b="0" dirty="0"/>
            </a:b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7267628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8A05-E9D7-B361-A934-F07A893F8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34" y="358346"/>
            <a:ext cx="11732741" cy="6499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JasmineUPC (Headings)"/>
              </a:rPr>
              <a:t>5) Mutable</a:t>
            </a:r>
            <a:r>
              <a:rPr lang="en-US" sz="3200" dirty="0">
                <a:latin typeface="JasmineUPC (Headings)"/>
              </a:rPr>
              <a:t> ( can add/remove items) : we can </a:t>
            </a:r>
            <a:r>
              <a:rPr lang="en-US" sz="3200" b="1" dirty="0">
                <a:latin typeface="JasmineUPC (Headings)"/>
              </a:rPr>
              <a:t>change</a:t>
            </a:r>
            <a:r>
              <a:rPr lang="en-US" sz="3200" dirty="0">
                <a:latin typeface="JasmineUPC (Headings)"/>
              </a:rPr>
              <a:t> the set after creating it.  We can </a:t>
            </a:r>
            <a:r>
              <a:rPr lang="en-US" sz="3200" b="1" dirty="0">
                <a:latin typeface="JasmineUPC (Headings)"/>
              </a:rPr>
              <a:t>add new items</a:t>
            </a:r>
            <a:r>
              <a:rPr lang="en-US" sz="3200" dirty="0">
                <a:latin typeface="JasmineUPC (Headings)"/>
              </a:rPr>
              <a:t> or </a:t>
            </a:r>
            <a:r>
              <a:rPr lang="en-US" sz="3200" b="1" dirty="0">
                <a:latin typeface="JasmineUPC (Headings)"/>
              </a:rPr>
              <a:t>remove existing items</a:t>
            </a:r>
            <a:r>
              <a:rPr lang="en-US" sz="3200" dirty="0">
                <a:latin typeface="JasmineUPC (Headings)"/>
              </a:rPr>
              <a:t> . The set is not fixed — it is flexible.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Examples  - Add items               update/add multiple items           remove() items:      (d</a:t>
            </a:r>
            <a:r>
              <a:rPr lang="en-US" dirty="0">
                <a:highlight>
                  <a:srgbClr val="FFFF00"/>
                </a:highlight>
              </a:rPr>
              <a:t>iscard()</a:t>
            </a:r>
            <a:r>
              <a:rPr lang="en-US" sz="1800" dirty="0">
                <a:highlight>
                  <a:srgbClr val="FFFF00"/>
                </a:highlight>
              </a:rPr>
              <a:t> (safe remove)</a:t>
            </a:r>
          </a:p>
          <a:p>
            <a:pPr marL="0" indent="0">
              <a:buNone/>
            </a:pPr>
            <a:r>
              <a:rPr lang="en-US" dirty="0"/>
              <a:t>s = {1, 2, 3}                                                          s = {1, 2}                                                                     s = {10, 20, 30}         s = {10, 20, 30}</a:t>
            </a:r>
          </a:p>
          <a:p>
            <a:pPr marL="0" indent="0">
              <a:buNone/>
            </a:pPr>
            <a:r>
              <a:rPr lang="en-US" dirty="0" err="1"/>
              <a:t>s.add</a:t>
            </a:r>
            <a:r>
              <a:rPr lang="en-US" dirty="0"/>
              <a:t>(4)                                                              </a:t>
            </a:r>
            <a:r>
              <a:rPr lang="en-US" dirty="0" err="1"/>
              <a:t>s.update</a:t>
            </a:r>
            <a:r>
              <a:rPr lang="en-US" dirty="0"/>
              <a:t> ([3, 4, 5])                                                   s.remove(20)           </a:t>
            </a:r>
            <a:r>
              <a:rPr lang="en-US" dirty="0" err="1"/>
              <a:t>s.discard</a:t>
            </a:r>
            <a:r>
              <a:rPr lang="en-US" dirty="0"/>
              <a:t>(50)   # 50 is not in set</a:t>
            </a:r>
          </a:p>
          <a:p>
            <a:pPr marL="0" indent="0">
              <a:buNone/>
            </a:pPr>
            <a:r>
              <a:rPr lang="en-US" dirty="0"/>
              <a:t>print(s)                                                                print(s)                                                                      print(s)                      print(s) </a:t>
            </a:r>
          </a:p>
          <a:p>
            <a:pPr marL="0" indent="0">
              <a:buNone/>
            </a:pPr>
            <a:r>
              <a:rPr lang="en-US" dirty="0"/>
              <a:t>Output: {1, 2, 3, 4}                                      output :   {1, 2, 3, 4, 5}                                            output:    {10, 30}              output: {10, 20, 30}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/>
              <a:t>                            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FCD475-AA5E-7C9A-5215-6BAC264EB250}"/>
              </a:ext>
            </a:extLst>
          </p:cNvPr>
          <p:cNvCxnSpPr/>
          <p:nvPr/>
        </p:nvCxnSpPr>
        <p:spPr>
          <a:xfrm>
            <a:off x="3021227" y="1680519"/>
            <a:ext cx="0" cy="20882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D76FD9-41A5-C71E-6128-609D3132A270}"/>
              </a:ext>
            </a:extLst>
          </p:cNvPr>
          <p:cNvCxnSpPr/>
          <p:nvPr/>
        </p:nvCxnSpPr>
        <p:spPr>
          <a:xfrm>
            <a:off x="6641757" y="1680519"/>
            <a:ext cx="0" cy="21562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946914-7A51-19F3-814D-E13C7209B46D}"/>
              </a:ext>
            </a:extLst>
          </p:cNvPr>
          <p:cNvCxnSpPr/>
          <p:nvPr/>
        </p:nvCxnSpPr>
        <p:spPr>
          <a:xfrm>
            <a:off x="8983362" y="1680519"/>
            <a:ext cx="0" cy="21562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DB84681-0DAE-8AA6-B539-A38636CCB62F}"/>
              </a:ext>
            </a:extLst>
          </p:cNvPr>
          <p:cNvSpPr/>
          <p:nvPr/>
        </p:nvSpPr>
        <p:spPr>
          <a:xfrm>
            <a:off x="3472249" y="4071550"/>
            <a:ext cx="5795315" cy="25516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pPr algn="ctr"/>
            <a:r>
              <a:rPr lang="en-US" dirty="0">
                <a:highlight>
                  <a:srgbClr val="FFFF00"/>
                </a:highlight>
              </a:rPr>
              <a:t>Example: pop() removes the random items</a:t>
            </a:r>
          </a:p>
          <a:p>
            <a:endParaRPr lang="en-US" dirty="0"/>
          </a:p>
          <a:p>
            <a:r>
              <a:rPr lang="en-US" dirty="0"/>
              <a:t>s = {1, 2, 3, 4}</a:t>
            </a:r>
          </a:p>
          <a:p>
            <a:r>
              <a:rPr lang="en-US" dirty="0" err="1"/>
              <a:t>s.pop</a:t>
            </a:r>
            <a:r>
              <a:rPr lang="en-US" dirty="0"/>
              <a:t>()</a:t>
            </a:r>
          </a:p>
          <a:p>
            <a:r>
              <a:rPr lang="en-US" dirty="0"/>
              <a:t>print(s)</a:t>
            </a:r>
          </a:p>
          <a:p>
            <a:r>
              <a:rPr lang="en-US" dirty="0"/>
              <a:t>Output: {2, 3, 4}</a:t>
            </a:r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7416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6EB4-67E0-7E80-7982-8A81BF20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956" y="135925"/>
            <a:ext cx="8081319" cy="59954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6) Sets are used when we use fast lookup : which means Python can </a:t>
            </a:r>
            <a:r>
              <a:rPr lang="en-US" b="1" dirty="0"/>
              <a:t>quickly check</a:t>
            </a:r>
            <a:r>
              <a:rPr lang="en-US" dirty="0"/>
              <a:t> whether an item exists in a set.</a:t>
            </a:r>
          </a:p>
          <a:p>
            <a:pPr marL="0" indent="0">
              <a:buNone/>
            </a:pPr>
            <a:r>
              <a:rPr lang="en-US" dirty="0"/>
              <a:t>Example : </a:t>
            </a:r>
            <a:r>
              <a:rPr lang="en-US" dirty="0" err="1"/>
              <a:t>my_set</a:t>
            </a:r>
            <a:r>
              <a:rPr lang="en-US" dirty="0"/>
              <a:t> = {1, 2, 3, 4, 5}</a:t>
            </a:r>
          </a:p>
          <a:p>
            <a:pPr marL="0" indent="0">
              <a:buNone/>
            </a:pPr>
            <a:r>
              <a:rPr lang="en-US" dirty="0"/>
              <a:t>                  print(5 in </a:t>
            </a:r>
            <a:r>
              <a:rPr lang="en-US" dirty="0" err="1"/>
              <a:t>my_set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Output: True</a:t>
            </a:r>
          </a:p>
          <a:p>
            <a:pPr marL="0" indent="0">
              <a:buNone/>
            </a:pPr>
            <a:r>
              <a:rPr lang="en-US" dirty="0"/>
              <a:t>In list what happens:</a:t>
            </a:r>
          </a:p>
          <a:p>
            <a:pPr marL="0" indent="0">
              <a:buNone/>
            </a:pPr>
            <a:r>
              <a:rPr lang="en-US" dirty="0"/>
              <a:t>Example :</a:t>
            </a:r>
            <a:r>
              <a:rPr lang="en-US" dirty="0" err="1"/>
              <a:t>my_list</a:t>
            </a:r>
            <a:r>
              <a:rPr lang="en-US" dirty="0"/>
              <a:t> = [1, 2, 3, 4, 5]</a:t>
            </a:r>
          </a:p>
          <a:p>
            <a:pPr marL="0" indent="0">
              <a:buNone/>
            </a:pPr>
            <a:r>
              <a:rPr lang="en-US" dirty="0"/>
              <a:t>                    print(5 in 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Check 1</a:t>
            </a:r>
          </a:p>
          <a:p>
            <a:pPr marL="0" indent="0">
              <a:buNone/>
            </a:pPr>
            <a:r>
              <a:rPr lang="en-US" dirty="0"/>
              <a:t>Then 2</a:t>
            </a:r>
          </a:p>
          <a:p>
            <a:pPr marL="0" indent="0">
              <a:buNone/>
            </a:pPr>
            <a:r>
              <a:rPr lang="en-US" dirty="0"/>
              <a:t>Then 3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checks </a:t>
            </a:r>
            <a:r>
              <a:rPr lang="en-US" b="1" dirty="0"/>
              <a:t>one by one</a:t>
            </a:r>
            <a:r>
              <a:rPr lang="en-US" dirty="0"/>
              <a:t> → this is </a:t>
            </a:r>
            <a:r>
              <a:rPr lang="en-US" b="1" dirty="0"/>
              <a:t>slow</a:t>
            </a:r>
            <a:r>
              <a:rPr lang="en-US" dirty="0"/>
              <a:t> when the list is large.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40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7E4F58-9FF2-29E9-9D99-109321678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97" y="92676"/>
            <a:ext cx="8625017" cy="493034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1200" dirty="0">
                <a:highlight>
                  <a:srgbClr val="FFFF00"/>
                </a:highlight>
                <a:latin typeface="Aldhabi" panose="01000000000000000000" pitchFamily="2" charset="-78"/>
                <a:cs typeface="Aldhabi" panose="01000000000000000000" pitchFamily="2" charset="-78"/>
              </a:rPr>
              <a:t>Sets Cannot Contain Lists or Dictionaries</a:t>
            </a:r>
          </a:p>
          <a:p>
            <a:r>
              <a:rPr lang="en-US" sz="6400" b="1" dirty="0">
                <a:cs typeface="Aldhabi" panose="020F0502020204030204" pitchFamily="2" charset="-78"/>
              </a:rPr>
              <a:t>Sets only allow immutable items</a:t>
            </a:r>
          </a:p>
          <a:p>
            <a:r>
              <a:rPr lang="en-US" sz="6400" dirty="0">
                <a:cs typeface="Aldhabi" panose="020F0502020204030204" pitchFamily="2" charset="-78"/>
              </a:rPr>
              <a:t>Immutable = cannot change after creation.</a:t>
            </a:r>
          </a:p>
          <a:p>
            <a:r>
              <a:rPr lang="en-US" sz="6400" dirty="0">
                <a:cs typeface="Aldhabi" panose="020F0502020204030204" pitchFamily="2" charset="-78"/>
              </a:rPr>
              <a:t>Examples of immutable items:</a:t>
            </a:r>
          </a:p>
          <a:p>
            <a:r>
              <a:rPr lang="en-US" sz="6400" dirty="0">
                <a:cs typeface="Aldhabi" panose="020F0502020204030204" pitchFamily="2" charset="-78"/>
              </a:rPr>
              <a:t>int</a:t>
            </a:r>
          </a:p>
          <a:p>
            <a:r>
              <a:rPr lang="en-US" sz="6400" dirty="0">
                <a:cs typeface="Aldhabi" panose="020F0502020204030204" pitchFamily="2" charset="-78"/>
              </a:rPr>
              <a:t>float</a:t>
            </a:r>
          </a:p>
          <a:p>
            <a:r>
              <a:rPr lang="en-US" sz="6400" dirty="0">
                <a:cs typeface="Aldhabi" panose="020F0502020204030204" pitchFamily="2" charset="-78"/>
              </a:rPr>
              <a:t>string</a:t>
            </a:r>
          </a:p>
          <a:p>
            <a:r>
              <a:rPr lang="en-US" sz="6400" dirty="0">
                <a:cs typeface="Aldhabi" panose="020F0502020204030204" pitchFamily="2" charset="-78"/>
              </a:rPr>
              <a:t>tuple</a:t>
            </a:r>
          </a:p>
          <a:p>
            <a:r>
              <a:rPr lang="en-US" sz="6400" dirty="0">
                <a:cs typeface="Aldhabi" panose="020F0502020204030204" pitchFamily="2" charset="-78"/>
              </a:rPr>
              <a:t>Examples of mutable items:</a:t>
            </a:r>
          </a:p>
          <a:p>
            <a:r>
              <a:rPr lang="en-US" sz="6400" dirty="0">
                <a:cs typeface="Aldhabi" panose="020F0502020204030204" pitchFamily="2" charset="-78"/>
              </a:rPr>
              <a:t>list</a:t>
            </a:r>
          </a:p>
          <a:p>
            <a:r>
              <a:rPr lang="en-US" sz="6400" dirty="0">
                <a:cs typeface="Aldhabi" panose="020F0502020204030204" pitchFamily="2" charset="-78"/>
              </a:rPr>
              <a:t>dictionary</a:t>
            </a:r>
          </a:p>
          <a:p>
            <a:r>
              <a:rPr lang="en-US" sz="6400" dirty="0">
                <a:cs typeface="Aldhabi" panose="020F0502020204030204" pitchFamily="2" charset="-78"/>
              </a:rPr>
              <a:t>another set</a:t>
            </a:r>
          </a:p>
          <a:p>
            <a:r>
              <a:rPr lang="en-US" sz="6600" b="1" dirty="0">
                <a:cs typeface="Aldhabi" panose="020F0502020204030204" pitchFamily="2" charset="-78"/>
              </a:rPr>
              <a:t>Why mutable items are NOT allowed inside a set?</a:t>
            </a:r>
          </a:p>
          <a:p>
            <a:r>
              <a:rPr lang="en-US" sz="6600" dirty="0">
                <a:cs typeface="Aldhabi" panose="020F0502020204030204" pitchFamily="2" charset="-78"/>
              </a:rPr>
              <a:t>Because sets use </a:t>
            </a:r>
            <a:r>
              <a:rPr lang="en-US" sz="6600" b="1" dirty="0">
                <a:cs typeface="Aldhabi" panose="020F0502020204030204" pitchFamily="2" charset="-78"/>
              </a:rPr>
              <a:t>hashing</a:t>
            </a:r>
            <a:r>
              <a:rPr lang="en-US" sz="6600" dirty="0">
                <a:cs typeface="Aldhabi" panose="020F0502020204030204" pitchFamily="2" charset="-78"/>
              </a:rPr>
              <a:t> internally. (</a:t>
            </a:r>
            <a:r>
              <a:rPr lang="en-US" sz="6600" dirty="0"/>
              <a:t>Hashing is a process where Python </a:t>
            </a:r>
          </a:p>
          <a:p>
            <a:r>
              <a:rPr lang="en-US" sz="6600" dirty="0"/>
              <a:t>converts a value into a unique fixed number called a hash.)</a:t>
            </a:r>
            <a:endParaRPr lang="en-US" sz="6600" dirty="0">
              <a:cs typeface="Aldhabi" panose="020F0502020204030204" pitchFamily="2" charset="-78"/>
            </a:endParaRPr>
          </a:p>
          <a:p>
            <a:r>
              <a:rPr lang="en-US" sz="6600" b="1" dirty="0">
                <a:cs typeface="Aldhabi" panose="020F0502020204030204" pitchFamily="2" charset="-78"/>
              </a:rPr>
              <a:t>Hashing requires items to be FIXED</a:t>
            </a:r>
          </a:p>
          <a:p>
            <a:r>
              <a:rPr lang="en-US" sz="6600" dirty="0">
                <a:cs typeface="Aldhabi" panose="020F0502020204030204" pitchFamily="2" charset="-78"/>
              </a:rPr>
              <a:t>If an item changes, its hash changes → the set break</a:t>
            </a:r>
          </a:p>
          <a:p>
            <a:endParaRPr lang="en-US" sz="6400" dirty="0">
              <a:latin typeface="Abadi ExtraLight" panose="020F0502020204030204" pitchFamily="34" charset="0"/>
              <a:cs typeface="AngsanaUPC" panose="02020603050405020304" pitchFamily="18" charset="-34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0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2AD60-2CE9-5AEF-E956-43C4CF279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995" y="98854"/>
            <a:ext cx="10428869" cy="6542903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cs typeface="Aldhabi" panose="020F0502020204030204" pitchFamily="2" charset="-78"/>
              </a:rPr>
              <a:t>Example: </a:t>
            </a:r>
            <a:r>
              <a:rPr lang="en-US" dirty="0">
                <a:cs typeface="Aldhabi" panose="020F0502020204030204" pitchFamily="2" charset="-78"/>
              </a:rPr>
              <a:t>If Python allowed a list inside a set:</a:t>
            </a:r>
          </a:p>
          <a:p>
            <a:pPr marL="0" indent="0">
              <a:buNone/>
            </a:pPr>
            <a:r>
              <a:rPr lang="en-US" dirty="0">
                <a:cs typeface="Aldhabi" panose="020F0502020204030204" pitchFamily="2" charset="-78"/>
              </a:rPr>
              <a:t>python</a:t>
            </a:r>
          </a:p>
          <a:p>
            <a:pPr marL="0" indent="0">
              <a:buNone/>
            </a:pPr>
            <a:r>
              <a:rPr lang="en-US" dirty="0">
                <a:cs typeface="Aldhabi" panose="020F0502020204030204" pitchFamily="2" charset="-78"/>
              </a:rPr>
              <a:t>s = {1, 2, [3, 4]}   # ❌ ERROR</a:t>
            </a:r>
          </a:p>
          <a:p>
            <a:pPr marL="0" indent="0">
              <a:buNone/>
            </a:pPr>
            <a:r>
              <a:rPr lang="en-US" dirty="0">
                <a:cs typeface="Aldhabi" panose="020F0502020204030204" pitchFamily="2" charset="-78"/>
              </a:rPr>
              <a:t>And then you changed the list:</a:t>
            </a:r>
          </a:p>
          <a:p>
            <a:pPr marL="0" indent="0">
              <a:buNone/>
            </a:pPr>
            <a:r>
              <a:rPr lang="en-US" dirty="0">
                <a:cs typeface="Aldhabi" panose="020F0502020204030204" pitchFamily="2" charset="-78"/>
              </a:rPr>
              <a:t>python</a:t>
            </a:r>
          </a:p>
          <a:p>
            <a:pPr marL="0" indent="0">
              <a:buNone/>
            </a:pPr>
            <a:r>
              <a:rPr lang="en-US" dirty="0" err="1">
                <a:cs typeface="Aldhabi" panose="020F0502020204030204" pitchFamily="2" charset="-78"/>
              </a:rPr>
              <a:t>my_list</a:t>
            </a:r>
            <a:r>
              <a:rPr lang="en-US" dirty="0">
                <a:cs typeface="Aldhabi" panose="020F0502020204030204" pitchFamily="2" charset="-78"/>
              </a:rPr>
              <a:t> = [3, 4]</a:t>
            </a:r>
          </a:p>
          <a:p>
            <a:pPr marL="0" indent="0">
              <a:buNone/>
            </a:pPr>
            <a:r>
              <a:rPr lang="en-US" dirty="0" err="1">
                <a:cs typeface="Aldhabi" panose="020F0502020204030204" pitchFamily="2" charset="-78"/>
              </a:rPr>
              <a:t>my_list.append</a:t>
            </a:r>
            <a:r>
              <a:rPr lang="en-US" dirty="0">
                <a:cs typeface="Aldhabi" panose="020F0502020204030204" pitchFamily="2" charset="-78"/>
              </a:rPr>
              <a:t>(5)</a:t>
            </a:r>
          </a:p>
          <a:p>
            <a:pPr marL="0" indent="0">
              <a:buNone/>
            </a:pPr>
            <a:r>
              <a:rPr lang="en-US" dirty="0">
                <a:cs typeface="Aldhabi" panose="020F0502020204030204" pitchFamily="2" charset="-78"/>
              </a:rPr>
              <a:t>The list’s internal structure changes → its hash changes → the set breaks</a:t>
            </a:r>
          </a:p>
          <a:p>
            <a:pPr marL="0" indent="0">
              <a:buNone/>
            </a:pPr>
            <a:r>
              <a:rPr lang="en-US" dirty="0" err="1">
                <a:cs typeface="Aldhabi" panose="020F0502020204030204" pitchFamily="2" charset="-78"/>
              </a:rPr>
              <a:t>Dictinary</a:t>
            </a:r>
            <a:r>
              <a:rPr lang="en-US" dirty="0">
                <a:cs typeface="Aldhabi" panose="020F0502020204030204" pitchFamily="2" charset="-78"/>
              </a:rPr>
              <a:t> also changes:</a:t>
            </a:r>
          </a:p>
          <a:p>
            <a:pPr marL="0" indent="0">
              <a:buNone/>
            </a:pPr>
            <a:r>
              <a:rPr lang="en-US" dirty="0" err="1"/>
              <a:t>my_dict</a:t>
            </a:r>
            <a:r>
              <a:rPr lang="en-US" dirty="0"/>
              <a:t> = {"a": 1}</a:t>
            </a:r>
          </a:p>
          <a:p>
            <a:pPr marL="0" indent="0">
              <a:buNone/>
            </a:pPr>
            <a:r>
              <a:rPr lang="en-US" dirty="0"/>
              <a:t>my_dict["b"] = 2</a:t>
            </a:r>
          </a:p>
          <a:p>
            <a:pPr marL="0" indent="0">
              <a:buNone/>
            </a:pPr>
            <a:r>
              <a:rPr lang="en-US" dirty="0"/>
              <a:t>The dictionary changed → its hash would change → unsafe for sets.</a:t>
            </a:r>
          </a:p>
          <a:p>
            <a:pPr marL="0" indent="0">
              <a:buNone/>
            </a:pPr>
            <a:endParaRPr lang="en-US" dirty="0">
              <a:cs typeface="Aldhabi" panose="020F0502020204030204" pitchFamily="2" charset="-7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6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3128-4265-0A57-20DE-E5D5EA90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operations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5320-B26D-EE02-E2D1-AD9AB6F4B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Union : AUB -  Combines all items from both sets.</a:t>
            </a:r>
          </a:p>
          <a:p>
            <a:pPr marL="0" indent="0">
              <a:buNone/>
            </a:pPr>
            <a:r>
              <a:rPr lang="en-US" b="1" dirty="0"/>
              <a:t> Math Example</a:t>
            </a:r>
          </a:p>
          <a:p>
            <a:r>
              <a:rPr lang="en-US" dirty="0"/>
              <a:t>A = {1, 2, 3} B = {3, 4, 5} A ∪ B = {1, 2, 3, 4, 5}</a:t>
            </a:r>
          </a:p>
          <a:p>
            <a:pPr marL="0" indent="0">
              <a:buNone/>
            </a:pPr>
            <a:r>
              <a:rPr lang="en-US" dirty="0"/>
              <a:t>2. Intersection (A ∩ B) - Items common in both sets.</a:t>
            </a:r>
          </a:p>
          <a:p>
            <a:pPr marL="0" indent="0">
              <a:buNone/>
            </a:pPr>
            <a:r>
              <a:rPr lang="en-US" b="1" dirty="0"/>
              <a:t>Math Example</a:t>
            </a:r>
          </a:p>
          <a:p>
            <a:r>
              <a:rPr lang="en-US" dirty="0"/>
              <a:t>A = {1, 2, 3} B = {3, 4, 5} A ∩ B = {3}</a:t>
            </a:r>
          </a:p>
          <a:p>
            <a:pPr marL="0" indent="0">
              <a:buNone/>
            </a:pPr>
            <a:r>
              <a:rPr lang="en-US" b="1" dirty="0"/>
              <a:t>3. Difference (A − B)</a:t>
            </a:r>
          </a:p>
          <a:p>
            <a:pPr marL="0" indent="0">
              <a:buNone/>
            </a:pPr>
            <a:r>
              <a:rPr lang="en-US" dirty="0"/>
              <a:t>Items in A that are </a:t>
            </a:r>
            <a:r>
              <a:rPr lang="en-US" b="1" dirty="0"/>
              <a:t>not</a:t>
            </a:r>
            <a:r>
              <a:rPr lang="en-US" dirty="0"/>
              <a:t> in B.</a:t>
            </a:r>
          </a:p>
          <a:p>
            <a:pPr marL="0" indent="0">
              <a:buNone/>
            </a:pPr>
            <a:r>
              <a:rPr lang="en-US" b="1" dirty="0"/>
              <a:t>Math Example</a:t>
            </a:r>
          </a:p>
          <a:p>
            <a:pPr marL="0" indent="0">
              <a:buNone/>
            </a:pPr>
            <a:r>
              <a:rPr lang="en-US" dirty="0"/>
              <a:t>A = {1, 2, 3} B = {3, 4, 5} A − B = {1, 2}</a:t>
            </a:r>
          </a:p>
          <a:p>
            <a:pPr marL="0" indent="0">
              <a:buNone/>
            </a:pPr>
            <a:r>
              <a:rPr lang="en-US" b="1" dirty="0"/>
              <a:t>4.Symmetric Difference (A Δ B)</a:t>
            </a:r>
          </a:p>
          <a:p>
            <a:pPr marL="0" indent="0">
              <a:buNone/>
            </a:pPr>
            <a:r>
              <a:rPr lang="en-US" dirty="0"/>
              <a:t>Items that are in </a:t>
            </a:r>
            <a:r>
              <a:rPr lang="en-US" b="1" dirty="0"/>
              <a:t>either</a:t>
            </a:r>
            <a:r>
              <a:rPr lang="en-US" dirty="0"/>
              <a:t> A or B, but </a:t>
            </a:r>
            <a:r>
              <a:rPr lang="en-US" b="1" dirty="0"/>
              <a:t>not both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Math Example</a:t>
            </a:r>
          </a:p>
          <a:p>
            <a:pPr marL="0" indent="0">
              <a:buNone/>
            </a:pPr>
            <a:r>
              <a:rPr lang="en-US" dirty="0"/>
              <a:t>A = {1, 2, 3} B = {3, 4, 5} A Δ B = {1, 2, 4, 5}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6180-54D3-40E2-5B3D-EC48DAE4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399123"/>
          </a:xfrm>
        </p:spPr>
        <p:txBody>
          <a:bodyPr>
            <a:normAutofit fontScale="90000"/>
          </a:bodyPr>
          <a:lstStyle/>
          <a:p>
            <a:r>
              <a:rPr lang="en-US" dirty="0"/>
              <a:t>Frozen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3372-CB7C-7FFD-9521-5A52FAADD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7"/>
            <a:ext cx="10515600" cy="5531603"/>
          </a:xfrm>
        </p:spPr>
        <p:txBody>
          <a:bodyPr/>
          <a:lstStyle/>
          <a:p>
            <a:r>
              <a:rPr lang="en-US" b="1" dirty="0"/>
              <a:t>What is a Frozen Set?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frozen set</a:t>
            </a:r>
            <a:r>
              <a:rPr lang="en-US" dirty="0"/>
              <a:t> is just like a normal set, </a:t>
            </a:r>
            <a:r>
              <a:rPr lang="en-US" b="1" dirty="0"/>
              <a:t>but it is immutable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Normal set = </a:t>
            </a:r>
            <a:r>
              <a:rPr lang="en-US" b="1" dirty="0"/>
              <a:t>changeable</a:t>
            </a:r>
            <a:r>
              <a:rPr lang="en-US" dirty="0"/>
              <a:t> (mutable) ,Frozen set = </a:t>
            </a:r>
            <a:r>
              <a:rPr lang="en-US" b="1" dirty="0"/>
              <a:t>not changeable</a:t>
            </a:r>
            <a:r>
              <a:rPr lang="en-US" dirty="0"/>
              <a:t> (immutable)</a:t>
            </a:r>
          </a:p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add, remove, or update items in a frozen set.</a:t>
            </a:r>
          </a:p>
          <a:p>
            <a:pPr marL="0" indent="0">
              <a:buNone/>
            </a:pPr>
            <a:r>
              <a:rPr lang="en-US" dirty="0"/>
              <a:t>Think of it like:</a:t>
            </a:r>
          </a:p>
          <a:p>
            <a:r>
              <a:rPr lang="en-US" b="1" dirty="0"/>
              <a:t>Set = a basket (you can add/remove fruits)</a:t>
            </a:r>
          </a:p>
          <a:p>
            <a:r>
              <a:rPr lang="en-US" b="1" dirty="0"/>
              <a:t> Frozen set = a sealed box (you cannot change anything inside)</a:t>
            </a:r>
          </a:p>
          <a:p>
            <a:pPr marL="0" indent="0">
              <a:buNone/>
            </a:pPr>
            <a:r>
              <a:rPr lang="en-US" b="1" dirty="0"/>
              <a:t>Eg:</a:t>
            </a:r>
            <a:r>
              <a:rPr lang="en-US" dirty="0"/>
              <a:t> </a:t>
            </a:r>
            <a:r>
              <a:rPr lang="en-US" dirty="0" err="1"/>
              <a:t>fs.frozenset</a:t>
            </a:r>
            <a:r>
              <a:rPr lang="en-US" dirty="0"/>
              <a:t>([1, 2, 3])</a:t>
            </a:r>
          </a:p>
          <a:p>
            <a:pPr marL="0" indent="0">
              <a:buNone/>
            </a:pPr>
            <a:r>
              <a:rPr lang="en-US" dirty="0"/>
              <a:t>print(fs), output: </a:t>
            </a:r>
            <a:r>
              <a:rPr lang="en-US" dirty="0" err="1"/>
              <a:t>frozenset</a:t>
            </a:r>
            <a:r>
              <a:rPr lang="en-US" dirty="0"/>
              <a:t>({1, 2, 3})</a:t>
            </a:r>
          </a:p>
          <a:p>
            <a:pPr marL="0" indent="0">
              <a:buNone/>
            </a:pPr>
            <a:r>
              <a:rPr lang="en-US" dirty="0"/>
              <a:t>Frozen Set is Immutable – cannot add or remove items</a:t>
            </a:r>
          </a:p>
          <a:p>
            <a:pPr marL="0" indent="0">
              <a:buNone/>
            </a:pPr>
            <a:r>
              <a:rPr lang="en-US" dirty="0"/>
              <a:t>Eg: </a:t>
            </a:r>
            <a:r>
              <a:rPr lang="en-US" dirty="0" err="1"/>
              <a:t>fs.add</a:t>
            </a:r>
            <a:r>
              <a:rPr lang="en-US" dirty="0"/>
              <a:t>(4) # error</a:t>
            </a:r>
          </a:p>
          <a:p>
            <a:pPr marL="0" indent="0">
              <a:buNone/>
            </a:pPr>
            <a:r>
              <a:rPr lang="en-US" dirty="0"/>
              <a:t>cannot remove items</a:t>
            </a:r>
          </a:p>
          <a:p>
            <a:pPr marL="0" indent="0">
              <a:buNone/>
            </a:pPr>
            <a:r>
              <a:rPr lang="en-US" dirty="0" err="1"/>
              <a:t>Eg:fs.remove</a:t>
            </a:r>
            <a:r>
              <a:rPr lang="en-US" dirty="0"/>
              <a:t>(2)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8A62-5D4A-342D-2019-DEB4FF71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016" y="364524"/>
            <a:ext cx="7772400" cy="5745892"/>
          </a:xfrm>
        </p:spPr>
        <p:txBody>
          <a:bodyPr/>
          <a:lstStyle/>
          <a:p>
            <a:r>
              <a:rPr lang="en-US" dirty="0"/>
              <a:t>Frozen sets do </a:t>
            </a:r>
            <a:r>
              <a:rPr lang="en-US" b="1" dirty="0"/>
              <a:t>not</a:t>
            </a:r>
            <a:r>
              <a:rPr lang="en-US" dirty="0"/>
              <a:t> have:</a:t>
            </a:r>
          </a:p>
          <a:p>
            <a:pPr marL="0" indent="0">
              <a:buNone/>
            </a:pPr>
            <a:r>
              <a:rPr lang="en-US" dirty="0"/>
              <a:t>add()</a:t>
            </a:r>
          </a:p>
          <a:p>
            <a:pPr marL="0" indent="0">
              <a:buNone/>
            </a:pPr>
            <a:r>
              <a:rPr lang="en-US" dirty="0"/>
              <a:t>remove()</a:t>
            </a:r>
          </a:p>
          <a:p>
            <a:pPr marL="0" indent="0">
              <a:buNone/>
            </a:pPr>
            <a:r>
              <a:rPr lang="en-US" dirty="0"/>
              <a:t>discard()</a:t>
            </a:r>
          </a:p>
          <a:p>
            <a:pPr marL="0" indent="0">
              <a:buNone/>
            </a:pPr>
            <a:r>
              <a:rPr lang="en-US" dirty="0"/>
              <a:t>update()</a:t>
            </a:r>
          </a:p>
          <a:p>
            <a:pPr marL="0" indent="0">
              <a:buNone/>
            </a:pPr>
            <a:r>
              <a:rPr lang="en-US" dirty="0"/>
              <a:t>pop()</a:t>
            </a:r>
          </a:p>
          <a:p>
            <a:pPr marL="0" indent="0">
              <a:buNone/>
            </a:pPr>
            <a:r>
              <a:rPr lang="en-US" dirty="0"/>
              <a:t>Because they cannot change.</a:t>
            </a:r>
          </a:p>
          <a:p>
            <a:pPr marL="0" indent="0">
              <a:buNone/>
            </a:pPr>
            <a:r>
              <a:rPr lang="en-US" b="1" dirty="0"/>
              <a:t>Why do we need frozen </a:t>
            </a:r>
          </a:p>
          <a:p>
            <a:r>
              <a:rPr lang="en-US" dirty="0"/>
              <a:t>Frozen sets are useful when:</a:t>
            </a:r>
          </a:p>
          <a:p>
            <a:r>
              <a:rPr lang="en-US" b="1" dirty="0"/>
              <a:t>✔ 1. You want a set that should not change</a:t>
            </a:r>
          </a:p>
          <a:p>
            <a:r>
              <a:rPr lang="en-US" dirty="0"/>
              <a:t>Example: fixed categories, fixed settings.</a:t>
            </a:r>
          </a:p>
          <a:p>
            <a:r>
              <a:rPr lang="en-US" b="1" dirty="0"/>
              <a:t>✔ 2. You want to use a set as a dictionary key</a:t>
            </a:r>
          </a:p>
          <a:p>
            <a:r>
              <a:rPr lang="en-US" dirty="0"/>
              <a:t>Normal sets cannot be dictionary keys because they are mutable.</a:t>
            </a:r>
          </a:p>
          <a:p>
            <a:pPr marL="0" indent="0">
              <a:buNone/>
            </a:pPr>
            <a:r>
              <a:rPr lang="en-US" b="1" dirty="0"/>
              <a:t>sets?</a:t>
            </a:r>
          </a:p>
        </p:txBody>
      </p:sp>
    </p:spTree>
    <p:extLst>
      <p:ext uri="{BB962C8B-B14F-4D97-AF65-F5344CB8AC3E}">
        <p14:creationId xmlns:p14="http://schemas.microsoft.com/office/powerpoint/2010/main" val="176245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DCCA-090C-CD73-E913-DC19DD68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C635B-EFF5-8750-790C-4B9093F776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Tuple</a:t>
            </a:r>
          </a:p>
        </p:txBody>
      </p:sp>
    </p:spTree>
    <p:extLst>
      <p:ext uri="{BB962C8B-B14F-4D97-AF65-F5344CB8AC3E}">
        <p14:creationId xmlns:p14="http://schemas.microsoft.com/office/powerpoint/2010/main" val="26433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099A-9BBB-5767-6325-13B8D94E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Tuple?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EC6B-0C9A-354C-116B-F6C83C227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in Python is:</a:t>
            </a:r>
          </a:p>
          <a:p>
            <a:r>
              <a:rPr lang="en-US" dirty="0"/>
              <a:t> An </a:t>
            </a:r>
            <a:r>
              <a:rPr lang="en-US" b="1" dirty="0"/>
              <a:t>ordered</a:t>
            </a:r>
            <a:r>
              <a:rPr lang="en-US" dirty="0"/>
              <a:t> collection </a:t>
            </a:r>
          </a:p>
          <a:p>
            <a:r>
              <a:rPr lang="en-US" dirty="0"/>
              <a:t> </a:t>
            </a:r>
            <a:r>
              <a:rPr lang="en-US" b="1" dirty="0"/>
              <a:t>Immutable</a:t>
            </a:r>
            <a:r>
              <a:rPr lang="en-US" dirty="0"/>
              <a:t> (cannot change after creation) </a:t>
            </a:r>
          </a:p>
          <a:p>
            <a:r>
              <a:rPr lang="en-US" dirty="0"/>
              <a:t> Written using </a:t>
            </a:r>
            <a:r>
              <a:rPr lang="en-US" b="1" dirty="0"/>
              <a:t>parentheses ()</a:t>
            </a:r>
            <a:r>
              <a:rPr lang="en-US" dirty="0"/>
              <a:t> </a:t>
            </a:r>
          </a:p>
          <a:p>
            <a:r>
              <a:rPr lang="en-US" dirty="0"/>
              <a:t> Can contain duplicates </a:t>
            </a:r>
          </a:p>
          <a:p>
            <a:r>
              <a:rPr lang="en-US" dirty="0"/>
              <a:t> Can contain any data type</a:t>
            </a:r>
          </a:p>
          <a:p>
            <a:pPr marL="0" indent="0">
              <a:buNone/>
            </a:pPr>
            <a:r>
              <a:rPr lang="en-US" dirty="0"/>
              <a:t>Example : t = (10, 20, 30)</a:t>
            </a:r>
          </a:p>
          <a:p>
            <a:pPr marL="0" indent="0">
              <a:buNone/>
            </a:pPr>
            <a:r>
              <a:rPr lang="en-US" dirty="0"/>
              <a:t>                  print(t)</a:t>
            </a:r>
          </a:p>
          <a:p>
            <a:pPr marL="0" indent="0">
              <a:buNone/>
            </a:pPr>
            <a:r>
              <a:rPr lang="en-US" dirty="0"/>
              <a:t>Output: (10, 20, 30)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443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F62F-4970-40DB-1C58-534AF663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3700E-606A-47BA-F6AA-0A3E020B1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Tuples are Ordered </a:t>
            </a:r>
            <a:r>
              <a:rPr lang="en-US" dirty="0"/>
              <a:t>-This means Python remembers the </a:t>
            </a:r>
            <a:r>
              <a:rPr lang="en-US" b="1" dirty="0"/>
              <a:t>position</a:t>
            </a:r>
            <a:r>
              <a:rPr lang="en-US" dirty="0"/>
              <a:t> of each item.</a:t>
            </a:r>
          </a:p>
          <a:p>
            <a:pPr marL="0" indent="0">
              <a:buNone/>
            </a:pPr>
            <a:r>
              <a:rPr lang="en-US" dirty="0"/>
              <a:t>Example: t = ("apple", "banana", "cherry")</a:t>
            </a:r>
          </a:p>
          <a:p>
            <a:pPr marL="0" indent="0">
              <a:buNone/>
            </a:pPr>
            <a:r>
              <a:rPr lang="en-US" dirty="0"/>
              <a:t>                    print(t[0])</a:t>
            </a:r>
          </a:p>
          <a:p>
            <a:pPr marL="0" indent="0">
              <a:buNone/>
            </a:pPr>
            <a:r>
              <a:rPr lang="en-US" dirty="0"/>
              <a:t>Output: apple</a:t>
            </a:r>
          </a:p>
          <a:p>
            <a:pPr marL="0" indent="0">
              <a:buNone/>
            </a:pPr>
            <a:r>
              <a:rPr lang="en-US" dirty="0"/>
              <a:t>Unlike sets, tuples </a:t>
            </a:r>
            <a:r>
              <a:rPr lang="en-US" b="1" dirty="0"/>
              <a:t>have index numbers</a:t>
            </a:r>
            <a:r>
              <a:rPr lang="en-US" dirty="0"/>
              <a:t> and we can access items by position.</a:t>
            </a:r>
          </a:p>
          <a:p>
            <a:r>
              <a:rPr lang="en-US" b="1" dirty="0">
                <a:highlight>
                  <a:srgbClr val="FFFF00"/>
                </a:highlight>
              </a:rPr>
              <a:t>Tuples are Immutable</a:t>
            </a:r>
          </a:p>
          <a:p>
            <a:pPr marL="0" indent="0">
              <a:buNone/>
            </a:pPr>
            <a:r>
              <a:rPr lang="en-US" dirty="0"/>
              <a:t>Immutable means:  we cannot add items or remove items or change items or update items.</a:t>
            </a:r>
          </a:p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t = (1, 2, 3)</a:t>
            </a:r>
          </a:p>
          <a:p>
            <a:pPr marL="0" indent="0">
              <a:buNone/>
            </a:pPr>
            <a:r>
              <a:rPr lang="en-US" dirty="0"/>
              <a:t>                   t[0] = 100  </a:t>
            </a:r>
          </a:p>
          <a:p>
            <a:pPr marL="0" indent="0">
              <a:buNone/>
            </a:pPr>
            <a:r>
              <a:rPr lang="en-US" dirty="0"/>
              <a:t>Output: </a:t>
            </a:r>
            <a:r>
              <a:rPr lang="en-US" dirty="0" err="1"/>
              <a:t>TypeError</a:t>
            </a:r>
            <a:r>
              <a:rPr lang="en-US" dirty="0"/>
              <a:t>: 'tuple' object does not support item assignment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6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6E1F-1F6A-35D8-CA68-4CE8503E9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191530"/>
            <a:ext cx="9061049" cy="58447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Tuples are useful when you want:</a:t>
            </a:r>
          </a:p>
          <a:p>
            <a:r>
              <a:rPr lang="en-US" dirty="0"/>
              <a:t>Data that should </a:t>
            </a:r>
            <a:r>
              <a:rPr lang="en-US" b="1" dirty="0"/>
              <a:t>not change -</a:t>
            </a:r>
            <a:r>
              <a:rPr lang="en-US" dirty="0"/>
              <a:t>Tuples are </a:t>
            </a:r>
            <a:r>
              <a:rPr lang="en-US" b="1" dirty="0"/>
              <a:t>immutable</a:t>
            </a:r>
            <a:r>
              <a:rPr lang="en-US" dirty="0"/>
              <a:t>, meaning once you create them, you </a:t>
            </a:r>
            <a:r>
              <a:rPr lang="en-US" b="1" dirty="0"/>
              <a:t>cannot modify</a:t>
            </a:r>
            <a:r>
              <a:rPr lang="en-US" dirty="0"/>
              <a:t> them. This is useful when you want to protect data from accidental changes.</a:t>
            </a:r>
          </a:p>
          <a:p>
            <a:r>
              <a:rPr lang="en-US" dirty="0"/>
              <a:t>Faster performance than lists-Tuples are </a:t>
            </a:r>
            <a:r>
              <a:rPr lang="en-US" b="1" dirty="0"/>
              <a:t>faster</a:t>
            </a:r>
            <a:r>
              <a:rPr lang="en-US" dirty="0"/>
              <a:t> than lists because:</a:t>
            </a:r>
          </a:p>
          <a:p>
            <a:pPr marL="0" indent="0">
              <a:buNone/>
            </a:pPr>
            <a:r>
              <a:rPr lang="en-US" dirty="0"/>
              <a:t>They are stored in a simpler way, Python doesn’t need to allow changes and</a:t>
            </a:r>
          </a:p>
          <a:p>
            <a:pPr marL="0" indent="0">
              <a:buNone/>
            </a:pPr>
            <a:r>
              <a:rPr lang="en-US" dirty="0"/>
              <a:t>Less memory is used</a:t>
            </a:r>
          </a:p>
          <a:p>
            <a:r>
              <a:rPr lang="en-US" dirty="0"/>
              <a:t>To store </a:t>
            </a:r>
            <a:r>
              <a:rPr lang="en-US" b="1" dirty="0"/>
              <a:t>fixed collections-</a:t>
            </a:r>
            <a:r>
              <a:rPr lang="en-US" dirty="0"/>
              <a:t>Tuples are perfect when you want a </a:t>
            </a:r>
            <a:r>
              <a:rPr lang="en-US" b="1" dirty="0"/>
              <a:t>group of values that belong together</a:t>
            </a:r>
            <a:r>
              <a:rPr lang="en-US" dirty="0"/>
              <a:t> and should not change.</a:t>
            </a:r>
          </a:p>
          <a:p>
            <a:r>
              <a:rPr lang="en-US" dirty="0"/>
              <a:t>To use them inside sets or dictionaries (because they are immutable)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9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0F6A5B-8A50-0A79-BDE2-9FF54851D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730075"/>
              </p:ext>
            </p:extLst>
          </p:nvPr>
        </p:nvGraphicFramePr>
        <p:xfrm>
          <a:off x="790832" y="889686"/>
          <a:ext cx="8025714" cy="5115698"/>
        </p:xfrm>
        <a:graphic>
          <a:graphicData uri="http://schemas.openxmlformats.org/drawingml/2006/table">
            <a:tbl>
              <a:tblPr/>
              <a:tblGrid>
                <a:gridCol w="2675238">
                  <a:extLst>
                    <a:ext uri="{9D8B030D-6E8A-4147-A177-3AD203B41FA5}">
                      <a16:colId xmlns:a16="http://schemas.microsoft.com/office/drawing/2014/main" val="1205888729"/>
                    </a:ext>
                  </a:extLst>
                </a:gridCol>
                <a:gridCol w="2675238">
                  <a:extLst>
                    <a:ext uri="{9D8B030D-6E8A-4147-A177-3AD203B41FA5}">
                      <a16:colId xmlns:a16="http://schemas.microsoft.com/office/drawing/2014/main" val="2237189163"/>
                    </a:ext>
                  </a:extLst>
                </a:gridCol>
                <a:gridCol w="2675238">
                  <a:extLst>
                    <a:ext uri="{9D8B030D-6E8A-4147-A177-3AD203B41FA5}">
                      <a16:colId xmlns:a16="http://schemas.microsoft.com/office/drawing/2014/main" val="2234712827"/>
                    </a:ext>
                  </a:extLst>
                </a:gridCol>
              </a:tblGrid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Tuple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480473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Ordered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Ordered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19521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12811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Duplicates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733638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( 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[ 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85597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862457"/>
                  </a:ext>
                </a:extLst>
              </a:tr>
              <a:tr h="730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Fixed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Changeable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484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7494148-7927-8AA5-5C17-F06BE3BE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31" y="175465"/>
            <a:ext cx="6734433" cy="590653"/>
          </a:xfrm>
        </p:spPr>
        <p:txBody>
          <a:bodyPr>
            <a:normAutofit/>
          </a:bodyPr>
          <a:lstStyle/>
          <a:p>
            <a:r>
              <a:rPr lang="en-US" dirty="0"/>
              <a:t>Tuples vs Lists </a:t>
            </a:r>
          </a:p>
        </p:txBody>
      </p:sp>
    </p:spTree>
    <p:extLst>
      <p:ext uri="{BB962C8B-B14F-4D97-AF65-F5344CB8AC3E}">
        <p14:creationId xmlns:p14="http://schemas.microsoft.com/office/powerpoint/2010/main" val="3288755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5AA1-9136-C743-9889-5FB6A0F5E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40957"/>
            <a:ext cx="9080713" cy="649347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Tuples can contain lists/</a:t>
            </a:r>
            <a:r>
              <a:rPr lang="en-US" b="1" dirty="0" err="1"/>
              <a:t>dicts</a:t>
            </a:r>
            <a:r>
              <a:rPr lang="en-US" b="1" dirty="0"/>
              <a:t> (Yes!) - </a:t>
            </a:r>
            <a:r>
              <a:rPr lang="en-US" dirty="0"/>
              <a:t>Because tuples themselves are immutable, </a:t>
            </a:r>
          </a:p>
          <a:p>
            <a:pPr marL="0" indent="0">
              <a:buNone/>
            </a:pPr>
            <a:r>
              <a:rPr lang="en-US" dirty="0"/>
              <a:t>but items inside can be mutable.</a:t>
            </a:r>
          </a:p>
          <a:p>
            <a:pPr marL="0" indent="0">
              <a:buNone/>
            </a:pPr>
            <a:r>
              <a:rPr lang="en-US" dirty="0"/>
              <a:t>t = (1, [2, 3], {"a": 10})</a:t>
            </a:r>
          </a:p>
          <a:p>
            <a:pPr marL="0" indent="0">
              <a:buNone/>
            </a:pPr>
            <a:r>
              <a:rPr lang="en-US" dirty="0"/>
              <a:t>print(t)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This is allowed.</a:t>
            </a:r>
          </a:p>
          <a:p>
            <a:r>
              <a:rPr lang="en-US" dirty="0"/>
              <a:t>We cannot change the tuple structure ,But you CAN change the list/</a:t>
            </a:r>
            <a:r>
              <a:rPr lang="en-US" dirty="0" err="1"/>
              <a:t>dict</a:t>
            </a:r>
            <a:r>
              <a:rPr lang="en-US" dirty="0"/>
              <a:t> inside it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t[1].append(4)</a:t>
            </a:r>
          </a:p>
          <a:p>
            <a:pPr marL="0" indent="0">
              <a:buNone/>
            </a:pPr>
            <a:r>
              <a:rPr lang="en-US" dirty="0"/>
              <a:t>print(t)</a:t>
            </a:r>
          </a:p>
          <a:p>
            <a:pPr marL="0" indent="0">
              <a:buNone/>
            </a:pPr>
            <a:r>
              <a:rPr lang="en-US" dirty="0"/>
              <a:t>Output: (1, [2, 3, 4], {'a': 10})</a:t>
            </a:r>
          </a:p>
          <a:p>
            <a:r>
              <a:rPr lang="en-US" b="1" dirty="0"/>
              <a:t>Tuple Packing and Unpacking –</a:t>
            </a:r>
          </a:p>
          <a:p>
            <a:r>
              <a:rPr lang="en-US" b="1" dirty="0"/>
              <a:t>Packing = Packing = Putting multiple values together into a tuple</a:t>
            </a:r>
          </a:p>
          <a:p>
            <a:pPr marL="0" indent="0">
              <a:buNone/>
            </a:pPr>
            <a:r>
              <a:rPr lang="en-US" dirty="0"/>
              <a:t>You don’t even need parentheses — Python automatically packs values into a tuple. 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comma</a:t>
            </a:r>
            <a:r>
              <a:rPr lang="en-US" dirty="0"/>
              <a:t> creates the tuple  Parentheses are optional.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 = 10, 20, 30</a:t>
            </a:r>
          </a:p>
          <a:p>
            <a:r>
              <a:rPr lang="en-US" b="1" dirty="0"/>
              <a:t>Unpacking = Taking values out of a tuple into separate variables, we</a:t>
            </a:r>
            <a:r>
              <a:rPr lang="en-US" dirty="0"/>
              <a:t> assign each value to a variable</a:t>
            </a:r>
          </a:p>
          <a:p>
            <a:pPr marL="0" indent="0">
              <a:buNone/>
            </a:pPr>
            <a:r>
              <a:rPr lang="en-US" dirty="0"/>
              <a:t>Unpacking = a, b, c = t</a:t>
            </a:r>
          </a:p>
          <a:p>
            <a:r>
              <a:rPr lang="en-US" dirty="0"/>
              <a:t>print(a, b, c)</a:t>
            </a:r>
          </a:p>
          <a:p>
            <a:pPr marL="0" indent="0">
              <a:buNone/>
            </a:pPr>
            <a:r>
              <a:rPr lang="en-US" dirty="0"/>
              <a:t>Output : 10 ,20 ,30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29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4A97-919E-6747-6FBD-C6C182B3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Single-Item Tuple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57450-3165-63E7-3531-3CFD9574B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single‑item tuple</a:t>
            </a:r>
            <a:r>
              <a:rPr lang="en-US" dirty="0"/>
              <a:t> is a tuple that contains </a:t>
            </a:r>
            <a:r>
              <a:rPr lang="en-US" b="1" dirty="0"/>
              <a:t>only one value</a:t>
            </a:r>
            <a:r>
              <a:rPr lang="en-US" dirty="0"/>
              <a:t>. But here is the tricky part:</a:t>
            </a:r>
          </a:p>
          <a:p>
            <a:r>
              <a:rPr lang="en-US" b="1" dirty="0"/>
              <a:t> Parentheses do NOT create a tuple</a:t>
            </a:r>
          </a:p>
          <a:p>
            <a:r>
              <a:rPr lang="en-US" b="1" dirty="0"/>
              <a:t> The comma creates the tuple</a:t>
            </a:r>
          </a:p>
          <a:p>
            <a:pPr marL="0" indent="0">
              <a:buNone/>
            </a:pPr>
            <a:r>
              <a:rPr lang="en-US" dirty="0"/>
              <a:t>t = (5)</a:t>
            </a:r>
          </a:p>
          <a:p>
            <a:pPr marL="0" indent="0">
              <a:buNone/>
            </a:pPr>
            <a:r>
              <a:rPr lang="en-US" dirty="0"/>
              <a:t>print(type(t)), output: int   (this is not a tuple)</a:t>
            </a:r>
          </a:p>
          <a:p>
            <a:r>
              <a:rPr lang="en-US" dirty="0"/>
              <a:t>Because Python sees (5) as just the number </a:t>
            </a:r>
            <a:r>
              <a:rPr lang="en-US" b="1" dirty="0"/>
              <a:t>5</a:t>
            </a:r>
            <a:r>
              <a:rPr lang="en-US" dirty="0"/>
              <a:t> inside parentheses — not a tuple.</a:t>
            </a:r>
          </a:p>
          <a:p>
            <a:r>
              <a:rPr lang="en-US" dirty="0"/>
              <a:t>Parentheses alone do </a:t>
            </a:r>
            <a:r>
              <a:rPr lang="en-US" b="1" dirty="0"/>
              <a:t>not</a:t>
            </a:r>
            <a:r>
              <a:rPr lang="en-US" dirty="0"/>
              <a:t> make a tuple.</a:t>
            </a:r>
          </a:p>
          <a:p>
            <a:pPr marL="0" indent="0">
              <a:buNone/>
            </a:pPr>
            <a:r>
              <a:rPr lang="en-US" dirty="0"/>
              <a:t>Correct way:  t = (5,)    , print(type(t))  , output : tuple</a:t>
            </a:r>
          </a:p>
          <a:p>
            <a:r>
              <a:rPr lang="en-US" b="1" dirty="0"/>
              <a:t>The comma makes it a tuple</a:t>
            </a:r>
          </a:p>
          <a:p>
            <a:r>
              <a:rPr lang="en-US" b="1" dirty="0"/>
              <a:t> Parentheses are optional, but the comma is required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Tuple Methods</a:t>
            </a:r>
          </a:p>
          <a:p>
            <a:pPr marL="0" indent="0">
              <a:buNone/>
            </a:pPr>
            <a:r>
              <a:rPr lang="en-US" dirty="0"/>
              <a:t>Tuples have only </a:t>
            </a:r>
            <a:r>
              <a:rPr lang="en-US" b="1" dirty="0"/>
              <a:t>two</a:t>
            </a:r>
            <a:r>
              <a:rPr lang="en-US" dirty="0"/>
              <a:t> methods:</a:t>
            </a:r>
          </a:p>
          <a:p>
            <a:r>
              <a:rPr lang="en-US" b="1" dirty="0"/>
              <a:t> count()  and Index</a:t>
            </a:r>
          </a:p>
          <a:p>
            <a:pPr marL="0" indent="0">
              <a:buNone/>
            </a:pPr>
            <a:r>
              <a:rPr lang="en-US" dirty="0"/>
              <a:t>t = (1, 2, 2, 3)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t.count</a:t>
            </a:r>
            <a:r>
              <a:rPr lang="en-US" dirty="0"/>
              <a:t>(2)) , output:2</a:t>
            </a:r>
          </a:p>
          <a:p>
            <a:r>
              <a:rPr lang="en-US" b="1" dirty="0"/>
              <a:t>Index</a:t>
            </a:r>
            <a:r>
              <a:rPr lang="en-US" dirty="0"/>
              <a:t>: t = (10, 20, 30)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t.index</a:t>
            </a:r>
            <a:r>
              <a:rPr lang="en-US" dirty="0"/>
              <a:t>(20))  , output :1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820789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{6606339D-DE5C-4877-9E00-6D5654A3E929}60b45c7d-cd58-4401-83df-27661c1423f7-TF6bb2abad-21af-44d1-a5ba-47d46adfe534_win32</Template>
  <TotalTime>305</TotalTime>
  <Words>1863</Words>
  <Application>Microsoft Office PowerPoint</Application>
  <PresentationFormat>Widescreen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 ExtraLight</vt:lpstr>
      <vt:lpstr>Aldhabi</vt:lpstr>
      <vt:lpstr>Arial</vt:lpstr>
      <vt:lpstr>Courier New</vt:lpstr>
      <vt:lpstr>JasmineUPC</vt:lpstr>
      <vt:lpstr>JasmineUPC (Headings)</vt:lpstr>
      <vt:lpstr>Raleway</vt:lpstr>
      <vt:lpstr>School Days</vt:lpstr>
      <vt:lpstr>Understanding Python Data Types: Set &amp; Tuple</vt:lpstr>
      <vt:lpstr> Understanding Sets in Python  what is a set? A set in Python is a collection of unique, unordered items. Sets are used when we need unique values and fast lookup, Sets do not allow duplicates.  Think of it like a basket where we throw fruits, but the basket never allows duplicates and is not in order.    Example : fruits = {"apple", "banana", "orange"}   </vt:lpstr>
      <vt:lpstr>Key Properties of a Set with examples:  1. A set is one of Python’s built-in data types   2. Written using curly braces {} or set()   3. Unique items only-removes duplicate eg: nums = {1, 2, 2, 3}      print(nums) output: {1, 2, 3}  4. Unordered collection – don’t have fixed index position eg: fruits={“apple”, “banana”, “cherry”} print (fruits[0])  output : TypeError: 'set' object is not subscriptable  unlike list set won’t remember the order eg: num={3,2,4,1} print(num) output :{1,2,3,4} or any other order       </vt:lpstr>
      <vt:lpstr>PowerPoint Presentation</vt:lpstr>
      <vt:lpstr>PowerPoint Presentation</vt:lpstr>
      <vt:lpstr>PowerPoint Presentation</vt:lpstr>
      <vt:lpstr>PowerPoint Presentation</vt:lpstr>
      <vt:lpstr>Mathematical operations used:</vt:lpstr>
      <vt:lpstr>Frozen set</vt:lpstr>
      <vt:lpstr>PowerPoint Presentation</vt:lpstr>
      <vt:lpstr>Tuple </vt:lpstr>
      <vt:lpstr>What is Tuple?</vt:lpstr>
      <vt:lpstr>Tuple features</vt:lpstr>
      <vt:lpstr>PowerPoint Presentation</vt:lpstr>
      <vt:lpstr>Tuples vs Lists </vt:lpstr>
      <vt:lpstr>PowerPoint Presentation</vt:lpstr>
      <vt:lpstr>Single-Item Tuple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Nagaraj</dc:creator>
  <cp:lastModifiedBy>Divya Nagaraj</cp:lastModifiedBy>
  <cp:revision>2</cp:revision>
  <dcterms:created xsi:type="dcterms:W3CDTF">2026-07-22T21:24:31Z</dcterms:created>
  <dcterms:modified xsi:type="dcterms:W3CDTF">2026-07-23T02:29:58Z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